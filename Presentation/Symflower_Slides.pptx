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@Test ที่สร้างได้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15E5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15E5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34E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34E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34E4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JacksonCore</c:v>
                  </c:pt>
                  <c:pt idx="1">
                    <c:v>Compress</c:v>
                  </c:pt>
                  <c:pt idx="2">
                    <c:v>Jsoup</c:v>
                  </c:pt>
                  <c:pt idx="3">
                    <c:v>Lang</c:v>
                  </c:pt>
                  <c:pt idx="4">
                    <c:v>Time</c:v>
                  </c:pt>
                  <c:pt idx="5">
                    <c:v>Cli</c:v>
                  </c:pt>
                  <c:pt idx="6">
                    <c:v>Codec</c:v>
                  </c:pt>
                  <c:pt idx="7">
                    <c:v>JacksonDB</c:v>
                  </c:pt>
                  <c:pt idx="8">
                    <c:v>อื่นๆ 9 proj.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3896</c:v>
                </c:pt>
                <c:pt idx="1">
                  <c:v>2858</c:v>
                </c:pt>
                <c:pt idx="2">
                  <c:v>1788</c:v>
                </c:pt>
                <c:pt idx="3">
                  <c:v>1510</c:v>
                </c:pt>
                <c:pt idx="4">
                  <c:v>217</c:v>
                </c:pt>
                <c:pt idx="5">
                  <c:v>125</c:v>
                </c:pt>
                <c:pt idx="6">
                  <c:v>64</c:v>
                </c:pt>
                <c:pt idx="7">
                  <c:v>42</c:v>
                </c:pt>
                <c:pt idx="8">
                  <c:v>177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6640" y="105156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0F766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854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7635240" y="3127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active bugs  •  17 projects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Symflower x Defects4J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การทดสอบอัตโนมัติด้วย Symbolic Execution ครบทั้ง 17 projects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703320"/>
            <a:ext cx="2926080" cy="0"/>
          </a:xfrm>
          <a:prstGeom prst="line">
            <a:avLst/>
          </a:prstGeom>
          <a:noFill/>
          <a:ln w="38100">
            <a:solidFill>
              <a:srgbClr val="E859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นายปองภพ ศรีรักษ์  673380279-7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CP353201 Software Quality Assurance — ปีการศึกษา 1/2569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ผลลัพธ์: สร้าง test อัตโนมัติ 10,677 ตัว  •  จับ bug 0  —  พร้อมวิเคราะห์สาเหตุ 3 ชั้น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วิธีการทดลอง — pipeline เดียวกันทุก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Checkout buggy + fixed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81051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defects4j checkout — workspace แยกต่อ bug, รันขนาน 3 workers (flock กันชน)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0664" y="2084832"/>
            <a:ext cx="0" cy="29260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14016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14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3957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Symflower สร้าง test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7432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unit-tests บน package ของ modified class — JUnit4, plain-Java mode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0664" y="3017520"/>
            <a:ext cx="0" cy="29260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346704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346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32841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รันบน buggy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67588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defects4j test — วัดราย method หลบ haltonfailure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0664" y="3950208"/>
            <a:ext cx="0" cy="29260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279392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79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42611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รันบน fixed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460857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test ชุดเดิม — fail(buggy)+pass(fixed) = จับ bug ได้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0664" y="4882896"/>
            <a:ext cx="0" cy="29260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212080"/>
            <a:ext cx="566928" cy="56692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212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80160" y="51937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วัด coverage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55412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defects4j coverage (Cobertura) — Line / Condition ของคลาสที่มี bug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635240" y="1600200"/>
            <a:ext cx="4096512" cy="4206240"/>
          </a:xfrm>
          <a:prstGeom prst="roundRect">
            <a:avLst>
              <a:gd name="adj" fmla="val 1786"/>
            </a:avLst>
          </a:prstGeom>
          <a:solidFill>
            <a:srgbClr val="E6F2F0"/>
          </a:solidFill>
          <a:ln/>
        </p:spPr>
      </p:sp>
      <p:sp>
        <p:nvSpPr>
          <p:cNvPr id="29" name="Text 27"/>
          <p:cNvSpPr/>
          <p:nvPr/>
        </p:nvSpPr>
        <p:spPr>
          <a:xfrm>
            <a:off x="795528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กติกาการวัดที่สำคัญ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955280" y="2286000"/>
            <a:ext cx="3520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ตัด dev trigger tests ออกเสมอ — ตาม protocol Defects4J (Just et al. 2014)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รู้จัก trigger separator 2 แบบ (, และ ;) — จุดที่เคยทำให้ตัวเลขคลาดเคลื่อน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Coverage = Cobertura บนคลาสที่มี bug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จับเวลา generation จริงทุก bug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สคริปต์และ config ทั้งหมด: Algorithm2_SymbolicExecution/Code + Configuration (repo: Project_SQA)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RESULTS — 17 PROJECTS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 test ได้ 10,677 ตัว จาก 854 bugs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854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active bugs ตรวจครบ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834640" y="1417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83464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bugs ที่ได้ test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212080" y="1417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10,677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21208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test cases ที่สร้าง</a:t>
            </a:r>
            <a:endParaRPr lang="en-US" sz="12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2926080"/>
          <a:ext cx="11274552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Result_Round1/all_bugs_summary.csv (857 แถว) — ตรวจ integrity ตาม active bug ids ของ Defects4J ครบทุก project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WHY 0 DETECTED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ทำไมจับ bug ได้ 0 — funnel 3 ชั้น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8778240" cy="9692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81328"/>
            <a:ext cx="8778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854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509760" y="1536192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bugs เริ่มต้น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7863840" cy="9692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7863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156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595360" y="2706624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 test สำเร็จ (18.3%)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698 bugs (81.7%) สร้างไม่ได้เลย: gradle, multi-module maven, ant layout เก่า, final-field error, dependency ข้าม package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822192"/>
            <a:ext cx="4206240" cy="9692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822192"/>
            <a:ext cx="4206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937760" y="3877056"/>
            <a:ext cx="6748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test compile และรันได้จริง (5.7%)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อีก 107 ตัว compile fail: test เรียก API ที่ไม่มีใน project, JUnit คนละเวอร์ชัน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992624"/>
            <a:ext cx="2011680" cy="969264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992624"/>
            <a:ext cx="2011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743200" y="5047488"/>
            <a:ext cx="8942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จับ bug ได้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test ที่รันได้ assert ตามพฤติกรรม buggy โดยโครงสร้าง (ไม่มี oracle ของความถูกต้อง)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19963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ชั้นที่ 3 คือข้อจำกัดเชิงหลักการ: symbolic execution สร้าง assertion จาก output ของโค้ด buggy เอง → ผ่านบน buggy เสมอ (King 1976; รายงานรอบที่ 1 ทำนายไว้)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ROUND 2 — CONFIGURATION BUDGET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Round2: จำกัด budget 60 วิ/method — ผลเทียบ Round1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005840"/>
                <a:gridCol w="1143000"/>
                <a:gridCol w="114300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bug (Lang)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R1 tests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R2 tests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R1 เวลา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R2 เวลา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สรุป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12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12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212s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185s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เท่าเดิม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3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12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12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198s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184s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เท่าเดิม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7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12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12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193s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199s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เท่าเดิม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8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44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44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71s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71s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compile_fail เท่าเดิม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15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10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10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4s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5s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เท่าเดิม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19 / 22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 / 12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0 / 12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242s / 203s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226s / 179s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เท่าเดิม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959352" cy="310896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783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 Round2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46720" y="224028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budget 60 วิ ไม่กระทบ Lang — ไม่มี method ช้าเกิน 60 วิ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ข้อจำกัด budget จะเห็นจริงกับ path explosion (เช่น JacksonCore-25 = 24 นาที)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NSGA-II R2 (Pop100/Gen100/seed7): เลือก suite เดิม = เสถียรข้าม config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Symflower เป็น deterministic — รันซ้ำได้ผลเดิม จึงใช้ R1 เป็น baseline ได้โดยตรง (ต่างจาก NSGA-II/LLM ที่มีการสุ่ม)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COMPARISON — SAME 3 BUGS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Oracle ต่างกัน = ผลต่างกัน (Lang 1, 3, 5)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93592" cy="3200400"/>
          </a:xfrm>
          <a:prstGeom prst="roundRect">
            <a:avLst>
              <a:gd name="adj" fmla="val 2286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Symflower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590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 / 3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oracle = โค้ด buggy เอง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assert ตามพฤติกรรมที่ผิดอยู่แล้ว → ผ่านบน buggy เสมอ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93592" cy="3200400"/>
          </a:xfrm>
          <a:prstGeom prst="roundRect">
            <a:avLst>
              <a:gd name="adj" fmla="val 2286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ChatGPT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/ 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572000" y="3383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oracle = bug report ใน prompt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3794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รู้ 'ค่าที่ถูก' จาก spec → เขียน assert ตรง bug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93592" cy="3200400"/>
          </a:xfrm>
          <a:prstGeom prst="roundRect">
            <a:avLst>
              <a:gd name="adj" fmla="val 2286"/>
            </a:avLst>
          </a:prstGeom>
          <a:solidFill>
            <a:srgbClr val="E6F2F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Copilot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0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/ 3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412480" y="3383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oracle = bug report + context ใน IDE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12480" y="3794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เห็น package/dependency จริง → เขียนได้ครบกว่า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ข้อควรระวังการเทียบ: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Symflower วัดครบ 854 bugs / AI วัดเฉพาะตัวอย่าง 3 bugs (protocol บังคับตัวต่อตัว) — เทียบตรงได้เฉพาะ 3 bugs เดียวกันเท่านั้น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76072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E6F2F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8338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จุดเรียนรู้หลัก: เครื่องมือสร้าง test จากโค้ดปัจจุบันย่อม assert พฤติกรรมปัจจุบัน — การมี oracle ที่รู้ 'ค่าที่ถูก' (bug report) คือปัจจัยชี้ขาดการจับ bug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590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DEMO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Demo สด — Lang bug 1 ใน 5 นาที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Algorithm2_SymbolicExecution/Code/run_demo.sh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35915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2E8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Checkout Lang-1b — โค้ด buggy จริง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57200" y="2944368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9260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2E8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Symflower สร้าง test (boundary input: null, -1, MIN_VALUE)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57200" y="3511296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49300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2E8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รันบน buggy → fail ตัวเดียวคือ dev trigger test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57200" y="4078224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4059936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2E8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รันบน fixed → test ของเครื่องมือผ่านทั้งคู่ = oracle โดยโครงสร้าง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57200" y="4645152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62686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2E8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สรุป: oracle ต่างกัน = ผลต่างกัน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321040" y="2377440"/>
            <a:ext cx="3410712" cy="283464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GitHub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95360" y="30175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2E8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phongphop2797/Project_SQA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branch Phongphop673380279-7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branch Symflower-854-Demo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RESULT_INDEX.md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all_bugs_summary.csv (857)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5806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ขอบคุณครับ — พร้อมตอบคำถาม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Symflower x Defects4J — 854 bugs / 17 projects</dc:title>
  <dc:subject>PptxGenJS Presentation</dc:subject>
  <dc:creator>Pongpapon Srirak</dc:creator>
  <cp:lastModifiedBy>Pongpapon Srirak</cp:lastModifiedBy>
  <cp:revision>1</cp:revision>
  <dcterms:created xsi:type="dcterms:W3CDTF">2026-10-03T14:20:51Z</dcterms:created>
  <dcterms:modified xsi:type="dcterms:W3CDTF">2026-10-03T14:20:51Z</dcterms:modified>
</cp:coreProperties>
</file>